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6" r:id="rId2"/>
    <p:sldId id="268" r:id="rId3"/>
    <p:sldId id="270" r:id="rId4"/>
    <p:sldId id="271" r:id="rId5"/>
    <p:sldId id="272" r:id="rId6"/>
    <p:sldId id="274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67AB2-9100-4E40-9C84-06E291351FF6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1902D-B154-4048-9239-22C2AFA180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517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67AB2-9100-4E40-9C84-06E291351FF6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1902D-B154-4048-9239-22C2AFA180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1777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67AB2-9100-4E40-9C84-06E291351FF6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1902D-B154-4048-9239-22C2AFA180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5165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67AB2-9100-4E40-9C84-06E291351FF6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1902D-B154-4048-9239-22C2AFA180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298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67AB2-9100-4E40-9C84-06E291351FF6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1902D-B154-4048-9239-22C2AFA180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5965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67AB2-9100-4E40-9C84-06E291351FF6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1902D-B154-4048-9239-22C2AFA180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9310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67AB2-9100-4E40-9C84-06E291351FF6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1902D-B154-4048-9239-22C2AFA180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8163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67AB2-9100-4E40-9C84-06E291351FF6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1902D-B154-4048-9239-22C2AFA180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1990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56067AB2-9100-4E40-9C84-06E291351FF6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C4C1902D-B154-4048-9239-22C2AFA180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623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67AB2-9100-4E40-9C84-06E291351FF6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1902D-B154-4048-9239-22C2AFA180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8757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67AB2-9100-4E40-9C84-06E291351FF6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1902D-B154-4048-9239-22C2AFA180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29842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67AB2-9100-4E40-9C84-06E291351FF6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1902D-B154-4048-9239-22C2AFA180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91673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67AB2-9100-4E40-9C84-06E291351FF6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1902D-B154-4048-9239-22C2AFA180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81173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67AB2-9100-4E40-9C84-06E291351FF6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1902D-B154-4048-9239-22C2AFA180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20440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67AB2-9100-4E40-9C84-06E291351FF6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1902D-B154-4048-9239-22C2AFA180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2850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67AB2-9100-4E40-9C84-06E291351FF6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1902D-B154-4048-9239-22C2AFA180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82717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67AB2-9100-4E40-9C84-06E291351FF6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1902D-B154-4048-9239-22C2AFA180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8098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56067AB2-9100-4E40-9C84-06E291351FF6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C4C1902D-B154-4048-9239-22C2AFA180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077690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93A16-5AAB-65A5-D0B9-CF186C21E7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380" y="1111576"/>
            <a:ext cx="10914284" cy="4450238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IN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IN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I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💡 </a:t>
            </a:r>
            <a:r>
              <a:rPr lang="en-IN" sz="2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Big Finance Bank vs. Everyday Banking — Choosing Your Path</a:t>
            </a:r>
          </a:p>
          <a:p>
            <a:pPr marL="0" indent="0">
              <a:buNone/>
            </a:pPr>
            <a:endParaRPr lang="en-IN" sz="28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IN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I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👉 Not all banks are the same. Knowing the difference helps you decide where your skills fit.</a:t>
            </a:r>
            <a:br>
              <a:rPr lang="en-I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IN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IN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663001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677D3-8E4A-7DB8-ED48-5E2A7080D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3405"/>
            <a:ext cx="10515600" cy="1325563"/>
          </a:xfrm>
        </p:spPr>
        <p:txBody>
          <a:bodyPr>
            <a:normAutofit/>
          </a:bodyPr>
          <a:lstStyle/>
          <a:p>
            <a:r>
              <a:rPr lang="en-IN" b="1" dirty="0"/>
              <a:t>📊 </a:t>
            </a:r>
            <a:r>
              <a:rPr lang="en-IN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EVERYDAY BANKING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DF4FBF-3727-338C-023F-6CD8B42F5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66648"/>
            <a:ext cx="10515600" cy="3839884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Role: Everyday banking — deposits, loans, payments</a:t>
            </a:r>
          </a:p>
          <a:p>
            <a:pPr>
              <a:lnSpc>
                <a:spcPct val="100000"/>
              </a:lnSpc>
            </a:pPr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Clients: Individuals &amp; businesses</a:t>
            </a:r>
          </a:p>
          <a:p>
            <a:pPr>
              <a:lnSpc>
                <a:spcPct val="100000"/>
              </a:lnSpc>
            </a:pPr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Revenue: Interest on loans, service fees</a:t>
            </a:r>
          </a:p>
          <a:p>
            <a:pPr>
              <a:lnSpc>
                <a:spcPct val="100000"/>
              </a:lnSpc>
            </a:pPr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Skills Needed: Credit analysis, customer relationship management, retail banking knowledge</a:t>
            </a:r>
          </a:p>
          <a:p>
            <a:pPr>
              <a:lnSpc>
                <a:spcPct val="100000"/>
              </a:lnSpc>
            </a:pPr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Career Path: Branch banking → Credit officer → Retail operation</a:t>
            </a:r>
          </a:p>
          <a:p>
            <a:pPr marL="0" indent="0">
              <a:buNone/>
            </a:pPr>
            <a:r>
              <a:rPr lang="en-US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en-US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</a:t>
            </a:r>
            <a:r>
              <a:rPr lang="en-US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HDFC Bank offering loans and savings accounts.</a:t>
            </a:r>
            <a:endParaRPr lang="en-I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13258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F37D6-DA60-2EF6-34F3-2F1995DEB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303" y="317991"/>
            <a:ext cx="10515600" cy="1325563"/>
          </a:xfrm>
        </p:spPr>
        <p:txBody>
          <a:bodyPr/>
          <a:lstStyle/>
          <a:p>
            <a:r>
              <a:rPr lang="en-IN" dirty="0"/>
              <a:t>📈 </a:t>
            </a:r>
            <a:r>
              <a:rPr lang="en-IN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BIG FINANCE BANK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DAD1031-B222-EB5F-9BFF-18FA0B674D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69303" y="2520717"/>
            <a:ext cx="11312165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Role: Big-picture finance — IPOs, M&amp;A advisory, trading, capital raising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Clients: Corporations, governments, institutional investors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Revenue: Advisory fees, trading commissions, underwriting spreads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Skills Needed: Financial modeling, valuation, Excel/Power BI, capital markets knowledge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Career Path: Analyst → Associate → VP → Director → Managing Directo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en-US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</a:t>
            </a:r>
            <a:r>
              <a:rPr lang="en-US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Goldman Sachs advising on a billion-dollar IPO.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55894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D158D-CF04-C211-20F3-D47E15583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664" y="440540"/>
            <a:ext cx="10515600" cy="1325563"/>
          </a:xfrm>
        </p:spPr>
        <p:txBody>
          <a:bodyPr/>
          <a:lstStyle/>
          <a:p>
            <a:r>
              <a:rPr lang="en-IN" dirty="0"/>
              <a:t>🚀 </a:t>
            </a:r>
            <a:r>
              <a:rPr lang="en-IN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Key Takeaway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0C97A98-BB81-12EE-7A71-42948723B6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9664" y="2074783"/>
            <a:ext cx="10515600" cy="2708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Everyday Banking = Financial stability for individuals &amp; businesses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Big Finance Bank = Growth strategies &amp; billion-dollar deals</a:t>
            </a:r>
            <a:br>
              <a:rPr lang="en-US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🔍 Why the confusion? Both are called “banks,” but their clients, skills, and career paths are worlds apart.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21958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94D25-A87D-15AC-064F-E7AC3D7B1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6755"/>
            <a:ext cx="10515600" cy="1863332"/>
          </a:xfrm>
        </p:spPr>
        <p:txBody>
          <a:bodyPr>
            <a:noAutofit/>
          </a:bodyPr>
          <a:lstStyle/>
          <a:p>
            <a:r>
              <a:rPr lang="en-I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🔍 </a:t>
            </a:r>
            <a:r>
              <a:rPr lang="en-IN" sz="4000" dirty="0"/>
              <a:t>Research: The Heart of Investment Banking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666FB-2AE1-9559-4C0B-9AC1C8E6E2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24844"/>
            <a:ext cx="10515600" cy="3129699"/>
          </a:xfrm>
        </p:spPr>
        <p:txBody>
          <a:bodyPr>
            <a:norm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Valuation: dcf, comparables, precedent transactions</a:t>
            </a:r>
            <a:b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IN" sz="1800" b="1" dirty="0"/>
              <a:t>Example</a:t>
            </a:r>
            <a:r>
              <a:rPr lang="en-IN" sz="1800" dirty="0"/>
              <a:t>: Valuation of Tesla using dcf vs. comparables.</a:t>
            </a:r>
            <a:br>
              <a:rPr lang="en-IN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IN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M&amp;A: analyzing synergies, deal feasibility</a:t>
            </a:r>
          </a:p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Restructuring: helping companies adapt in tough markets</a:t>
            </a:r>
            <a:b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👉 This is where I’m focusing my skills — financial modelling powers all of these.</a:t>
            </a:r>
          </a:p>
        </p:txBody>
      </p:sp>
    </p:spTree>
    <p:extLst>
      <p:ext uri="{BB962C8B-B14F-4D97-AF65-F5344CB8AC3E}">
        <p14:creationId xmlns:p14="http://schemas.microsoft.com/office/powerpoint/2010/main" val="2468373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BF7EE1-59CF-8F12-D6CC-D0E029F6E6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503" y="1237268"/>
            <a:ext cx="11462994" cy="423970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👉 </a:t>
            </a:r>
            <a:r>
              <a:rPr lang="en-IN" sz="4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Are you ready to learn more?</a:t>
            </a:r>
            <a:br>
              <a:rPr lang="en-IN" sz="4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IN" sz="6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IN" sz="2800" dirty="0"/>
              <a:t>This is just the beginning — I’ll be breaking down each concept into quick, </a:t>
            </a:r>
            <a:r>
              <a:rPr lang="en-IN" sz="2800" b="1" dirty="0"/>
              <a:t>skill-focused case studies </a:t>
            </a:r>
            <a:r>
              <a:rPr lang="en-IN" sz="2800" dirty="0"/>
              <a:t>for professionals and learners alike.</a:t>
            </a:r>
            <a:br>
              <a:rPr lang="en-IN" sz="2800" dirty="0"/>
            </a:br>
            <a:br>
              <a:rPr lang="en-IN" sz="2800" dirty="0"/>
            </a:br>
            <a:r>
              <a:rPr lang="en-IN" sz="2800" dirty="0"/>
              <a:t>Follow along if you want to grow your finance skills with me.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800" dirty="0"/>
              <a:t>                                      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800" dirty="0"/>
              <a:t>                            Connect with me: Priyansh Soni</a:t>
            </a:r>
            <a:br>
              <a:rPr lang="en-IN" sz="2800" dirty="0"/>
            </a:br>
            <a:r>
              <a:rPr lang="en-IN" sz="2800" dirty="0"/>
              <a:t>                       </a:t>
            </a:r>
            <a:r>
              <a:rPr lang="en-IN" sz="2800" dirty="0">
                <a:solidFill>
                  <a:schemeClr val="accent2">
                    <a:lumMod val="60000"/>
                    <a:lumOff val="40000"/>
                  </a:schemeClr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https://financejourneypriyansh.github.io/</a:t>
            </a:r>
            <a:endParaRPr lang="en-IN" sz="28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07218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152</TotalTime>
  <Words>347</Words>
  <Application>Microsoft Office PowerPoint</Application>
  <PresentationFormat>Widescreen</PresentationFormat>
  <Paragraphs>32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Century Gothic</vt:lpstr>
      <vt:lpstr>Mesh</vt:lpstr>
      <vt:lpstr>PowerPoint Presentation</vt:lpstr>
      <vt:lpstr>📊 EVERYDAY BANKING</vt:lpstr>
      <vt:lpstr>📈 BIG FINANCE BANK</vt:lpstr>
      <vt:lpstr>🚀 Key Takeaway</vt:lpstr>
      <vt:lpstr>🔍 Research: The Heart of Investment Banking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Priyansh Soni</dc:creator>
  <cp:lastModifiedBy>Priyansh Soni</cp:lastModifiedBy>
  <cp:revision>9</cp:revision>
  <dcterms:created xsi:type="dcterms:W3CDTF">2026-02-20T06:51:57Z</dcterms:created>
  <dcterms:modified xsi:type="dcterms:W3CDTF">2026-02-20T09:39:37Z</dcterms:modified>
</cp:coreProperties>
</file>